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6614BB-6EB4-B431-2105-34327A11A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E537DAE-B19D-0DAB-3F0E-C5ECA6F20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F65374-1552-CD3D-5139-96EDE0206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1E2A-646C-4C69-8615-7BE56B9A73F9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961318-EB2A-1AA9-2F6F-BC8256B19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CF1D2D-E917-0788-03DE-6CB887471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3089B-FBDE-4F36-8F11-1D33AA982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424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3891D-C186-DC6E-38BA-7CD46D007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CD3D32-6E2D-01A4-47B0-2D03E4754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8330A5-13A2-872D-1228-9C71DA3CE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1E2A-646C-4C69-8615-7BE56B9A73F9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3C0C49-C2C4-479F-2448-E129942E4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D5F0B6-E068-E40E-1D32-7B1F685D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3089B-FBDE-4F36-8F11-1D33AA982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748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828074-14A2-7FFE-5D1C-E9E912560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E3F345-A010-A729-B771-134ADC569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55D6EC-B00E-77B8-18D3-2EAAF4898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1E2A-646C-4C69-8615-7BE56B9A73F9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0B8D9A-3682-7AFF-320B-CE7695227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58D640-0411-7768-9531-D780DA9D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3089B-FBDE-4F36-8F11-1D33AA982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203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83B67-2397-6FD5-D6D8-7168CD13B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BA252A-99F0-DB8D-1629-5FE502677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BBA1B1-E994-5EA0-2766-703CC02EB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1ED799-2FCA-4F1D-FD53-EA92E1370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1E2A-646C-4C69-8615-7BE56B9A73F9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EF6AFB-A526-76DB-9F63-D51CCEEB3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48A58E-B4BD-8637-9E1E-F0579C34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3089B-FBDE-4F36-8F11-1D33AA982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615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64BE3B-1DB1-1403-71BB-FF45E000E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C37682-E820-6DD6-2528-1D09B5E37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6CA1C4-49C5-6E22-EEA4-E29B811FC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D82DDB-1E54-D466-7369-24B381771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A2E758-9C19-1924-3393-7C6DD0CC01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6C01FD-811A-6F61-4048-E78D07564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1E2A-646C-4C69-8615-7BE56B9A73F9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76C2020-21CC-D293-22AA-79D9E0B3E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746C99D-47FD-AEB5-6E12-B175BF5D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3089B-FBDE-4F36-8F11-1D33AA982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64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FB020-CC9C-56B0-9DB9-40664032A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62D813-EBC0-36C7-3146-24E241DF7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1E2A-646C-4C69-8615-7BE56B9A73F9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47E6F6A-EB31-410D-5D4C-CB57B367F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1EB786-ADED-5A4F-D0F6-0BCB3DD8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3089B-FBDE-4F36-8F11-1D33AA982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00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210BF8-F167-69F4-AC95-0E06963E7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1E2A-646C-4C69-8615-7BE56B9A73F9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C39B7D-2D72-CD50-523F-7C559BFD8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3A0B59-D4A0-FFAB-404A-5613616B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3089B-FBDE-4F36-8F11-1D33AA982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088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3C7B2-0B0C-5BAB-715C-F51685D7D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B74AA0-DF1C-E2AB-E04E-E9AC1E144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7FA854-829D-0007-C724-EDBC047AE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B8C76A-811E-3DAE-1356-9BC8645D2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1E2A-646C-4C69-8615-7BE56B9A73F9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ADE0EC-2EF7-17DE-20DA-3D21C5B04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A6BCA0-D9AD-CBA4-1620-8EE9CF4C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3089B-FBDE-4F36-8F11-1D33AA982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998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939A2-6347-DF4F-50A8-8FA85B2BE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33D992-2DE9-BEDD-3BD1-A463EEDFF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226252-CC98-74F2-F5DF-47339EA28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8BAEFA-9BC0-7FC8-FCC2-FF09EEB6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1E2A-646C-4C69-8615-7BE56B9A73F9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400102-C11D-A461-C047-E4271F079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FF1C1B-CF76-C1F0-7EE4-3721BD3EA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3089B-FBDE-4F36-8F11-1D33AA982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137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5F7D9-5B2B-3BD7-CAB9-0B26DBB55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B5F709-4998-2A1F-BE9A-EED741333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D7D33B-C124-0B22-326B-5287CFABC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1E2A-646C-4C69-8615-7BE56B9A73F9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950759-EDAE-0945-01A9-49493FA4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4D8E7C-2EE8-5D2E-F18E-0C97E789E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3089B-FBDE-4F36-8F11-1D33AA982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369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FF79B8-E594-14B0-734F-BD18CBD88E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34E93A-8869-D7B0-DB13-BC9BA1069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F565A1-722A-5222-D438-382E9AEB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1E2A-646C-4C69-8615-7BE56B9A73F9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A2831E-08A5-5ACC-329A-A9EBFA179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204911-5257-22E4-8793-BC829F5B4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3089B-FBDE-4F36-8F11-1D33AA982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39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46BF682-2A4C-FD6B-1354-4F3E0B60D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8975AC-C604-4142-51AD-95430EDAE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309238-D35C-7E9B-C005-BEEE8D0A7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0C1E2A-646C-4C69-8615-7BE56B9A73F9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9F1A58-9BF3-B008-6EC3-E11F59174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D8D323-F0EF-B50F-79B0-BF1364E0B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53089B-FBDE-4F36-8F11-1D33AA982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864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TTMG/ANNS-Problem-new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C52DC-FF29-0AF2-6686-48F0B55CB5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zh-CN" dirty="0"/>
              <a:t>ANNS Problem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F78116-EF08-31AB-286F-B3E0B9D984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582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A7E6D18-399D-6273-9F75-F1BFED097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zh-CN" dirty="0"/>
              <a:t>ANNS Problem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4536FCA-5F78-EB4B-D329-45C531FD58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Graph-Based ANN Search</a:t>
            </a:r>
          </a:p>
          <a:p>
            <a:pPr lvl="1"/>
            <a:r>
              <a:rPr lang="zh-CN" altLang="en-US" dirty="0"/>
              <a:t>已经建立了图索引</a:t>
            </a:r>
            <a:endParaRPr lang="en-US" altLang="zh-CN" dirty="0"/>
          </a:p>
          <a:p>
            <a:pPr lvl="1"/>
            <a:r>
              <a:rPr lang="zh-CN" altLang="en-US" dirty="0"/>
              <a:t>对于每个查询，利用索引返回离询问比较近的点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B625E82-834A-D62A-BD0B-BF01EDB3E5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 dirty="0"/>
              <a:t>Index Building</a:t>
            </a:r>
          </a:p>
          <a:p>
            <a:pPr lvl="1"/>
            <a:r>
              <a:rPr lang="zh-CN" altLang="en-US" dirty="0"/>
              <a:t>建立一个高效的索引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1E7FCF-21AA-3DBE-2C4C-7A29FB5C509A}"/>
              </a:ext>
            </a:extLst>
          </p:cNvPr>
          <p:cNvSpPr txBox="1"/>
          <p:nvPr/>
        </p:nvSpPr>
        <p:spPr>
          <a:xfrm>
            <a:off x="838200" y="4989093"/>
            <a:ext cx="84541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题目</a:t>
            </a:r>
            <a:r>
              <a:rPr lang="en-US" altLang="zh-CN" sz="2400" dirty="0"/>
              <a:t>repo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r>
              <a:rPr lang="en-US" altLang="zh-CN" sz="2400" dirty="0">
                <a:hlinkClick r:id="rId2"/>
              </a:rPr>
              <a:t>https://github.com/LTTMG/ANNS-Problem-new</a:t>
            </a:r>
            <a:endParaRPr lang="en-US" altLang="zh-CN" sz="2400" dirty="0"/>
          </a:p>
          <a:p>
            <a:r>
              <a:rPr lang="zh-CN" altLang="en-US" sz="2400" dirty="0"/>
              <a:t>（代码可能有</a:t>
            </a:r>
            <a:r>
              <a:rPr lang="en-US" altLang="zh-CN" sz="2400" dirty="0"/>
              <a:t>bug</a:t>
            </a:r>
            <a:r>
              <a:rPr lang="zh-CN" altLang="en-US" sz="2400" dirty="0"/>
              <a:t>，如发现欢迎指出）</a:t>
            </a:r>
          </a:p>
        </p:txBody>
      </p:sp>
    </p:spTree>
    <p:extLst>
      <p:ext uri="{BB962C8B-B14F-4D97-AF65-F5344CB8AC3E}">
        <p14:creationId xmlns:p14="http://schemas.microsoft.com/office/powerpoint/2010/main" val="421072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48E0F0-19DE-D097-EA65-91B669EA9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 1: Graph-Based ANN Search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2C6B7A-C10F-70C8-02CD-3175B4160C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repo</a:t>
            </a:r>
            <a:r>
              <a:rPr lang="zh-CN" altLang="en-US" dirty="0"/>
              <a:t>里有什么？</a:t>
            </a:r>
            <a:endParaRPr lang="en-US" altLang="zh-CN" dirty="0"/>
          </a:p>
          <a:p>
            <a:pPr lvl="1"/>
            <a:r>
              <a:rPr lang="zh-CN" altLang="en-US" dirty="0"/>
              <a:t>一份示例</a:t>
            </a:r>
            <a:r>
              <a:rPr lang="en-US" altLang="zh-CN" dirty="0"/>
              <a:t>ANNS</a:t>
            </a:r>
            <a:r>
              <a:rPr lang="zh-CN" altLang="en-US" dirty="0"/>
              <a:t>代码</a:t>
            </a:r>
            <a:endParaRPr lang="en-US" altLang="zh-CN" dirty="0"/>
          </a:p>
          <a:p>
            <a:pPr lvl="2"/>
            <a:r>
              <a:rPr lang="zh-CN" altLang="en-US" dirty="0"/>
              <a:t>没有用到索引</a:t>
            </a:r>
            <a:endParaRPr lang="en-US" altLang="zh-CN" dirty="0"/>
          </a:p>
          <a:p>
            <a:pPr lvl="2"/>
            <a:r>
              <a:rPr lang="zh-CN" altLang="en-US" dirty="0"/>
              <a:t>随机选点算</a:t>
            </a:r>
            <a:r>
              <a:rPr lang="en-US" altLang="zh-CN" dirty="0"/>
              <a:t>dis</a:t>
            </a:r>
            <a:r>
              <a:rPr lang="zh-CN" altLang="en-US" dirty="0"/>
              <a:t>，效率很低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F05173A-E654-9999-6121-0BA2527FBC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需要干什么？</a:t>
            </a:r>
            <a:endParaRPr lang="en-US" altLang="zh-CN" dirty="0"/>
          </a:p>
          <a:p>
            <a:pPr lvl="1"/>
            <a:r>
              <a:rPr lang="zh-CN" altLang="en-US" dirty="0"/>
              <a:t>实现基于图索引的</a:t>
            </a:r>
            <a:r>
              <a:rPr lang="en-US" altLang="zh-CN" dirty="0"/>
              <a:t>ANN</a:t>
            </a:r>
            <a:r>
              <a:rPr lang="zh-CN" altLang="en-US" dirty="0"/>
              <a:t>搜索</a:t>
            </a:r>
            <a:endParaRPr lang="en-US" altLang="zh-CN" dirty="0"/>
          </a:p>
          <a:p>
            <a:pPr lvl="1"/>
            <a:r>
              <a:rPr lang="zh-CN" altLang="en-US" dirty="0"/>
              <a:t>使用并行技术（</a:t>
            </a:r>
            <a:r>
              <a:rPr lang="en-US" altLang="zh-CN" dirty="0"/>
              <a:t>e.g. </a:t>
            </a:r>
            <a:r>
              <a:rPr lang="zh-CN" altLang="en-US" dirty="0"/>
              <a:t>多线程）加速搜索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把代码移植到</a:t>
            </a:r>
            <a:r>
              <a:rPr lang="en-US" altLang="zh-CN" dirty="0"/>
              <a:t>GPU</a:t>
            </a:r>
            <a:r>
              <a:rPr lang="zh-CN" altLang="en-US" dirty="0"/>
              <a:t>（可选）</a:t>
            </a:r>
            <a:endParaRPr lang="en-US" altLang="zh-CN" dirty="0"/>
          </a:p>
          <a:p>
            <a:pPr lvl="1"/>
            <a:r>
              <a:rPr lang="en-US" altLang="zh-CN" dirty="0"/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4535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48E0F0-19DE-D097-EA65-91B669EA9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 1: Graph-Based ANN Search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2C6B7A-C10F-70C8-02CD-3175B4160C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如何评估我的算法</a:t>
            </a:r>
            <a:r>
              <a:rPr lang="en-US" altLang="zh-CN" dirty="0"/>
              <a:t>?</a:t>
            </a:r>
          </a:p>
          <a:p>
            <a:pPr lvl="1"/>
            <a:r>
              <a:rPr lang="en-US" altLang="zh-CN" dirty="0"/>
              <a:t>QPS</a:t>
            </a:r>
          </a:p>
          <a:p>
            <a:pPr lvl="1"/>
            <a:r>
              <a:rPr lang="en-US" altLang="zh-CN" dirty="0"/>
              <a:t>Recall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repo</a:t>
            </a:r>
            <a:r>
              <a:rPr lang="zh-CN" altLang="en-US" dirty="0"/>
              <a:t>只提供了规模较小的数据集，规模更大的数据集获取链接：</a:t>
            </a:r>
            <a:r>
              <a:rPr lang="en-US" altLang="zh-CN" dirty="0"/>
              <a:t>http://corpus-texmex.irisa.fr/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F05173A-E654-9999-6121-0BA2527FBC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需要提交什么？</a:t>
            </a:r>
            <a:endParaRPr lang="en-US" altLang="zh-CN" dirty="0"/>
          </a:p>
          <a:p>
            <a:pPr lvl="1"/>
            <a:r>
              <a:rPr lang="zh-CN" altLang="en-US" dirty="0"/>
              <a:t>一个简短的报告，说明：</a:t>
            </a:r>
            <a:endParaRPr lang="en-US" altLang="zh-CN" dirty="0"/>
          </a:p>
          <a:p>
            <a:pPr lvl="2"/>
            <a:r>
              <a:rPr lang="zh-CN" altLang="en-US" dirty="0"/>
              <a:t>你实现方法的细节</a:t>
            </a:r>
            <a:endParaRPr lang="en-US" altLang="zh-CN" dirty="0"/>
          </a:p>
          <a:p>
            <a:pPr lvl="2"/>
            <a:r>
              <a:rPr lang="zh-CN" altLang="en-US" strike="sngStrike" dirty="0"/>
              <a:t>如何运行你的代码</a:t>
            </a:r>
            <a:endParaRPr lang="en-US" altLang="zh-CN" strike="sngStrike" dirty="0"/>
          </a:p>
          <a:p>
            <a:pPr lvl="2"/>
            <a:r>
              <a:rPr lang="zh-CN" altLang="en-US" dirty="0"/>
              <a:t>你的代码在下发数据集上的表现</a:t>
            </a:r>
            <a:endParaRPr lang="en-US" altLang="zh-CN" dirty="0"/>
          </a:p>
          <a:p>
            <a:pPr lvl="1"/>
            <a:r>
              <a:rPr lang="zh-CN" altLang="en-US" strike="sngStrike" dirty="0"/>
              <a:t>你的代码</a:t>
            </a:r>
            <a:endParaRPr lang="en-US" altLang="zh-CN" strike="sngStrike" dirty="0"/>
          </a:p>
          <a:p>
            <a:pPr lvl="2"/>
            <a:r>
              <a:rPr lang="zh-CN" altLang="en-US" strike="sngStrike" dirty="0"/>
              <a:t>我们会测试你的代码的性能</a:t>
            </a:r>
            <a:endParaRPr lang="en-US" altLang="zh-CN" strike="sngStrike" dirty="0"/>
          </a:p>
          <a:p>
            <a:pPr lvl="2"/>
            <a:r>
              <a:rPr lang="zh-CN" altLang="en-US" strike="sngStrike" dirty="0"/>
              <a:t>提交链接：</a:t>
            </a:r>
            <a:r>
              <a:rPr lang="en-US" altLang="zh-CN" strike="sngStrike" dirty="0"/>
              <a:t>TBA</a:t>
            </a:r>
          </a:p>
          <a:p>
            <a:pPr lvl="2"/>
            <a:endParaRPr lang="en-US" altLang="zh-CN" dirty="0"/>
          </a:p>
          <a:p>
            <a:pPr lvl="1"/>
            <a:r>
              <a:rPr lang="en-US" altLang="zh-CN" dirty="0"/>
              <a:t>DDL</a:t>
            </a:r>
            <a:r>
              <a:rPr lang="zh-CN" altLang="en-US" dirty="0"/>
              <a:t>：</a:t>
            </a:r>
            <a:r>
              <a:rPr lang="en-US" altLang="zh-CN" dirty="0"/>
              <a:t>11/2</a:t>
            </a:r>
            <a:r>
              <a:rPr lang="zh-CN" altLang="en-US" dirty="0"/>
              <a:t> </a:t>
            </a:r>
            <a:r>
              <a:rPr lang="en-US" altLang="zh-CN" dirty="0"/>
              <a:t>23:59</a:t>
            </a:r>
          </a:p>
        </p:txBody>
      </p:sp>
    </p:spTree>
    <p:extLst>
      <p:ext uri="{BB962C8B-B14F-4D97-AF65-F5344CB8AC3E}">
        <p14:creationId xmlns:p14="http://schemas.microsoft.com/office/powerpoint/2010/main" val="4069227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34AF1-7F6A-FE34-190E-1496C133B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 2: Index Building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E335EF-3FE8-F7C0-17DB-6AB891CA4D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repo</a:t>
            </a:r>
            <a:r>
              <a:rPr lang="zh-CN" altLang="en-US" dirty="0"/>
              <a:t>里有什么？</a:t>
            </a:r>
            <a:endParaRPr lang="en-US" altLang="zh-CN" dirty="0"/>
          </a:p>
          <a:p>
            <a:pPr lvl="1"/>
            <a:r>
              <a:rPr lang="zh-CN" altLang="en-US" dirty="0"/>
              <a:t>一份示例</a:t>
            </a:r>
            <a:r>
              <a:rPr lang="en-US" altLang="zh-CN" dirty="0"/>
              <a:t>KNN</a:t>
            </a:r>
            <a:r>
              <a:rPr lang="zh-CN" altLang="en-US" dirty="0"/>
              <a:t>索引构建代码</a:t>
            </a:r>
            <a:endParaRPr lang="en-US" altLang="zh-CN" dirty="0"/>
          </a:p>
          <a:p>
            <a:pPr lvl="2"/>
            <a:r>
              <a:rPr lang="zh-CN" altLang="en-US" dirty="0"/>
              <a:t>很暴力</a:t>
            </a:r>
            <a:endParaRPr lang="en-US" altLang="zh-CN" dirty="0"/>
          </a:p>
          <a:p>
            <a:pPr lvl="2"/>
            <a:r>
              <a:rPr lang="zh-CN" altLang="en-US" dirty="0"/>
              <a:t>效率很低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325FF1-5190-85A6-593C-59E19CB70C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需要干什么？</a:t>
            </a:r>
            <a:endParaRPr lang="en-US" altLang="zh-CN" dirty="0"/>
          </a:p>
          <a:p>
            <a:pPr lvl="1"/>
            <a:r>
              <a:rPr lang="zh-CN" altLang="en-US" dirty="0"/>
              <a:t>实现一个你喜欢的索引构建方法</a:t>
            </a:r>
            <a:endParaRPr lang="en-US" altLang="zh-CN" dirty="0"/>
          </a:p>
          <a:p>
            <a:pPr lvl="1"/>
            <a:r>
              <a:rPr lang="zh-CN" altLang="en-US" dirty="0"/>
              <a:t>使用并行技术（</a:t>
            </a:r>
            <a:r>
              <a:rPr lang="en-US" altLang="zh-CN" dirty="0"/>
              <a:t>e.g. </a:t>
            </a:r>
            <a:r>
              <a:rPr lang="zh-CN" altLang="en-US" dirty="0"/>
              <a:t>多线程）加速索引构建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把代码移植到</a:t>
            </a:r>
            <a:r>
              <a:rPr lang="en-US" altLang="zh-CN" dirty="0"/>
              <a:t>GPU</a:t>
            </a:r>
            <a:r>
              <a:rPr lang="zh-CN" altLang="en-US" dirty="0"/>
              <a:t>（可选）</a:t>
            </a:r>
            <a:endParaRPr lang="en-US" altLang="zh-CN" dirty="0"/>
          </a:p>
          <a:p>
            <a:pPr lvl="1"/>
            <a:r>
              <a:rPr lang="en-US" altLang="zh-CN" dirty="0" err="1"/>
              <a:t>etc</a:t>
            </a:r>
            <a:r>
              <a:rPr lang="en-US" altLang="zh-CN" dirty="0"/>
              <a:t>…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7450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48E0F0-19DE-D097-EA65-91B669EA9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 2: Index Building 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2C6B7A-C10F-70C8-02CD-3175B4160C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如何评估我的算法</a:t>
            </a:r>
            <a:r>
              <a:rPr lang="en-US" altLang="zh-CN" dirty="0"/>
              <a:t>?</a:t>
            </a:r>
          </a:p>
          <a:p>
            <a:pPr lvl="1"/>
            <a:r>
              <a:rPr lang="zh-CN" altLang="en-US" dirty="0"/>
              <a:t>索引构建耗时</a:t>
            </a:r>
            <a:endParaRPr lang="en-US" altLang="zh-CN" dirty="0"/>
          </a:p>
          <a:p>
            <a:pPr lvl="1"/>
            <a:r>
              <a:rPr lang="zh-CN" altLang="en-US" dirty="0"/>
              <a:t>索引大小</a:t>
            </a:r>
            <a:endParaRPr lang="en-US" altLang="zh-CN" dirty="0"/>
          </a:p>
          <a:p>
            <a:pPr lvl="1"/>
            <a:r>
              <a:rPr lang="en-US" altLang="zh-CN" dirty="0"/>
              <a:t>QPS</a:t>
            </a:r>
          </a:p>
          <a:p>
            <a:pPr lvl="1"/>
            <a:r>
              <a:rPr lang="en-US" altLang="zh-CN" dirty="0"/>
              <a:t>Recall</a:t>
            </a:r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F05173A-E654-9999-6121-0BA2527FBC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需要提交什么？</a:t>
            </a:r>
            <a:endParaRPr lang="en-US" altLang="zh-CN" dirty="0"/>
          </a:p>
          <a:p>
            <a:pPr lvl="1"/>
            <a:r>
              <a:rPr lang="zh-CN" altLang="en-US" dirty="0"/>
              <a:t>一个简短的报告，说明：</a:t>
            </a:r>
            <a:endParaRPr lang="en-US" altLang="zh-CN" dirty="0"/>
          </a:p>
          <a:p>
            <a:pPr lvl="2"/>
            <a:r>
              <a:rPr lang="zh-CN" altLang="en-US" dirty="0"/>
              <a:t>你实现方法的细节</a:t>
            </a:r>
            <a:endParaRPr lang="en-US" altLang="zh-CN" dirty="0"/>
          </a:p>
          <a:p>
            <a:pPr lvl="2"/>
            <a:r>
              <a:rPr lang="zh-CN" altLang="en-US" dirty="0"/>
              <a:t>如何运行你的代码</a:t>
            </a:r>
            <a:endParaRPr lang="en-US" altLang="zh-CN" dirty="0"/>
          </a:p>
          <a:p>
            <a:pPr lvl="1"/>
            <a:r>
              <a:rPr lang="zh-CN" altLang="en-US" dirty="0"/>
              <a:t>你的代码</a:t>
            </a:r>
            <a:endParaRPr lang="en-US" altLang="zh-CN" dirty="0"/>
          </a:p>
          <a:p>
            <a:pPr lvl="2"/>
            <a:r>
              <a:rPr lang="zh-CN" altLang="en-US" dirty="0"/>
              <a:t>我们会测试你的代码的性能</a:t>
            </a:r>
            <a:endParaRPr lang="en-US" altLang="zh-CN" dirty="0"/>
          </a:p>
          <a:p>
            <a:pPr lvl="2"/>
            <a:r>
              <a:rPr lang="zh-CN" altLang="en-US" dirty="0"/>
              <a:t>提交链接：</a:t>
            </a:r>
            <a:r>
              <a:rPr lang="en-US" altLang="zh-CN" dirty="0"/>
              <a:t>TBA</a:t>
            </a:r>
          </a:p>
          <a:p>
            <a:pPr lvl="2"/>
            <a:endParaRPr lang="en-US" altLang="zh-CN" dirty="0"/>
          </a:p>
          <a:p>
            <a:pPr lvl="1"/>
            <a:r>
              <a:rPr lang="en-US" altLang="zh-CN" dirty="0"/>
              <a:t>DDL</a:t>
            </a:r>
            <a:r>
              <a:rPr lang="zh-CN" altLang="en-US" dirty="0"/>
              <a:t>：</a:t>
            </a:r>
            <a:r>
              <a:rPr lang="en-US" altLang="zh-CN" dirty="0"/>
              <a:t>TBA</a:t>
            </a:r>
          </a:p>
        </p:txBody>
      </p:sp>
    </p:spTree>
    <p:extLst>
      <p:ext uri="{BB962C8B-B14F-4D97-AF65-F5344CB8AC3E}">
        <p14:creationId xmlns:p14="http://schemas.microsoft.com/office/powerpoint/2010/main" val="1174187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325</Words>
  <Application>Microsoft Office PowerPoint</Application>
  <PresentationFormat>宽屏</PresentationFormat>
  <Paragraphs>63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Simple ANNS Problem</vt:lpstr>
      <vt:lpstr>Simple ANNS Problem</vt:lpstr>
      <vt:lpstr>Part 1: Graph-Based ANN Search</vt:lpstr>
      <vt:lpstr>Part 1: Graph-Based ANN Search</vt:lpstr>
      <vt:lpstr>Part 2: Index Building </vt:lpstr>
      <vt:lpstr>Part 2: Index Building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MG LTT</dc:creator>
  <cp:lastModifiedBy>MG LTT</cp:lastModifiedBy>
  <cp:revision>3</cp:revision>
  <dcterms:created xsi:type="dcterms:W3CDTF">2025-10-20T12:56:57Z</dcterms:created>
  <dcterms:modified xsi:type="dcterms:W3CDTF">2025-10-25T12:21:13Z</dcterms:modified>
</cp:coreProperties>
</file>